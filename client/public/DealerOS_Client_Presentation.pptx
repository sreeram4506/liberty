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1f4da20b1844ee" /><Relationship Type="http://schemas.openxmlformats.org/officeDocument/2006/relationships/extended-properties" Target="/docProps/app.xml" Id="Rd2786072a4d44d10" /><Relationship Type="http://schemas.openxmlformats.org/officeDocument/2006/relationships/officeDocument" Target="/ppt/presentation.xml" Id="Reb9139643f3e43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e371ac27144823"/>
  </p:sldMasterIdLst>
  <p:notesMasterIdLst>
    <p:notesMasterId xmlns:r="http://schemas.openxmlformats.org/officeDocument/2006/relationships" r:id="R52a6987e70194bbd"/>
  </p:notesMasterIdLst>
  <p:sldIdLst>
    <p:sldId xmlns:r="http://schemas.openxmlformats.org/officeDocument/2006/relationships" id="256" r:id="R7c4aa55918f84099"/>
    <p:sldId xmlns:r="http://schemas.openxmlformats.org/officeDocument/2006/relationships" id="257" r:id="R9a2b9a94e9914000"/>
    <p:sldId xmlns:r="http://schemas.openxmlformats.org/officeDocument/2006/relationships" id="258" r:id="R7f1ef0483e934144"/>
    <p:sldId xmlns:r="http://schemas.openxmlformats.org/officeDocument/2006/relationships" id="259" r:id="Rfdf93bc9998f49a7"/>
    <p:sldId xmlns:r="http://schemas.openxmlformats.org/officeDocument/2006/relationships" id="260" r:id="Ra0bcbd53c49c4e44"/>
    <p:sldId xmlns:r="http://schemas.openxmlformats.org/officeDocument/2006/relationships" id="261" r:id="R498247833503420d"/>
    <p:sldId xmlns:r="http://schemas.openxmlformats.org/officeDocument/2006/relationships" id="262" r:id="Ra9734982fea6437f"/>
    <p:sldId xmlns:r="http://schemas.openxmlformats.org/officeDocument/2006/relationships" id="263" r:id="Rb9b7e579622c44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4da2fc679f4d6f" /><Relationship Type="http://schemas.openxmlformats.org/officeDocument/2006/relationships/slideMaster" Target="/ppt/slideMasters/slideMaster1.xml" Id="Rd6e371ac27144823" /><Relationship Type="http://schemas.openxmlformats.org/officeDocument/2006/relationships/notesMaster" Target="/ppt/notesMasters/notesMaster1.xml" Id="R52a6987e70194bbd" /><Relationship Type="http://schemas.openxmlformats.org/officeDocument/2006/relationships/presProps" Target="/ppt/presProps.xml" Id="R947b71d53bf84f51" /><Relationship Type="http://schemas.openxmlformats.org/officeDocument/2006/relationships/tableStyles" Target="/ppt/tableStyles.xml" Id="R7595ac8445e649e3" /><Relationship Type="http://schemas.openxmlformats.org/officeDocument/2006/relationships/slide" Target="/ppt/slides/slide1.xml" Id="R7c4aa55918f84099" /><Relationship Type="http://schemas.openxmlformats.org/officeDocument/2006/relationships/slide" Target="/ppt/slides/slide2.xml" Id="R9a2b9a94e9914000" /><Relationship Type="http://schemas.openxmlformats.org/officeDocument/2006/relationships/slide" Target="/ppt/slides/slide3.xml" Id="R7f1ef0483e934144" /><Relationship Type="http://schemas.openxmlformats.org/officeDocument/2006/relationships/slide" Target="/ppt/slides/slide4.xml" Id="Rfdf93bc9998f49a7" /><Relationship Type="http://schemas.openxmlformats.org/officeDocument/2006/relationships/slide" Target="/ppt/slides/slide5.xml" Id="Ra0bcbd53c49c4e44" /><Relationship Type="http://schemas.openxmlformats.org/officeDocument/2006/relationships/slide" Target="/ppt/slides/slide6.xml" Id="R498247833503420d" /><Relationship Type="http://schemas.openxmlformats.org/officeDocument/2006/relationships/slide" Target="/ppt/slides/slide7.xml" Id="Ra9734982fea6437f" /><Relationship Type="http://schemas.openxmlformats.org/officeDocument/2006/relationships/slide" Target="/ppt/slides/slide8.xml" Id="Rb9b7e579622c44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6856ac637d48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e2e67690cd49d2" /><Relationship Type="http://schemas.openxmlformats.org/officeDocument/2006/relationships/notesMaster" Target="/ppt/notesMasters/notesMaster1.xml" Id="R4106a0a00a394e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870b1b0ff04ed1" /><Relationship Type="http://schemas.openxmlformats.org/officeDocument/2006/relationships/notesMaster" Target="/ppt/notesMasters/notesMaster1.xml" Id="R61efca8381b146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72fb0039ab4995" /><Relationship Type="http://schemas.openxmlformats.org/officeDocument/2006/relationships/notesMaster" Target="/ppt/notesMasters/notesMaster1.xml" Id="Ra52e770103a64b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6b97f2ce5d41ec" /><Relationship Type="http://schemas.openxmlformats.org/officeDocument/2006/relationships/notesMaster" Target="/ppt/notesMasters/notesMaster1.xml" Id="R6f9629ce88f041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cda93c4a534b24" /><Relationship Type="http://schemas.openxmlformats.org/officeDocument/2006/relationships/notesMaster" Target="/ppt/notesMasters/notesMaster1.xml" Id="R236d336f47e64b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0f1a0db1b349c2" /><Relationship Type="http://schemas.openxmlformats.org/officeDocument/2006/relationships/notesMaster" Target="/ppt/notesMasters/notesMaster1.xml" Id="R9ac78c1df5cc42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5d5d4f2cb94f3f" /><Relationship Type="http://schemas.openxmlformats.org/officeDocument/2006/relationships/notesMaster" Target="/ppt/notesMasters/notesMaster1.xml" Id="Re9adcf0b00e649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84263446ad4e87" /><Relationship Type="http://schemas.openxmlformats.org/officeDocument/2006/relationships/notesMaster" Target="/ppt/notesMasters/notesMaster1.xml" Id="Rd31eb6d1b13a42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dealership owner’s current workflow. Ask which tasks still depend on spreadsheets, paper files, or repeated entry.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conversational. Ask the client which of these problems costs the most time today.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live product after this slide. Only demonstrate modules that work in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this generic workflow with the dealership’s actual process during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promise a percentage time saving until DealerOS completes a documented before-and-after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Active inventory means vehicles currently marked active in DealerOS. Sold, archived and test records do not 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target depends on source-data quality, customer responsiveness and and third-party access. Confirm dates in the signed order 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agreeing on a specific demo date and the dealership records to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a57e1eb56c4e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c65a09e8c5451c" /><Relationship Type="http://schemas.openxmlformats.org/officeDocument/2006/relationships/slideLayout" Target="/ppt/slideLayouts/slideLayout1.xml" Id="R22a5690335cd4d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a5690335cd4d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98a6d5e094df8" /><Relationship Type="http://schemas.openxmlformats.org/officeDocument/2006/relationships/image" Target="/ppt/media/image.png" Id="R9d703277331f4642" /><Relationship Type="http://schemas.openxmlformats.org/officeDocument/2006/relationships/notesSlide" Target="/ppt/notesSlides/notesSlide1.xml" Id="Rfcdb7b0d5f8242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c76dc186a454a" /><Relationship Type="http://schemas.openxmlformats.org/officeDocument/2006/relationships/notesSlide" Target="/ppt/notesSlides/notesSlide2.xml" Id="R4578637c60a541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967d0d7c34270" /><Relationship Type="http://schemas.openxmlformats.org/officeDocument/2006/relationships/notesSlide" Target="/ppt/notesSlides/notesSlide3.xml" Id="Ra5c0c09a117d45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c5c96eb37409e" /><Relationship Type="http://schemas.openxmlformats.org/officeDocument/2006/relationships/notesSlide" Target="/ppt/notesSlides/notesSlide4.xml" Id="Rb3a6e035227549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1e7f09aa246b0" /><Relationship Type="http://schemas.openxmlformats.org/officeDocument/2006/relationships/notesSlide" Target="/ppt/notesSlides/notesSlide5.xml" Id="Rd0c6e0ec10e34c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71203bd354fcf" /><Relationship Type="http://schemas.openxmlformats.org/officeDocument/2006/relationships/notesSlide" Target="/ppt/notesSlides/notesSlide6.xml" Id="Raa3ad4fd03044b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5d7a4b0d54ef2" /><Relationship Type="http://schemas.openxmlformats.org/officeDocument/2006/relationships/notesSlide" Target="/ppt/notesSlides/notesSlide7.xml" Id="R4dbd993e8f4742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9ada325fa4e0c" /><Relationship Type="http://schemas.openxmlformats.org/officeDocument/2006/relationships/notesSlide" Target="/ppt/notesSlides/notesSlide8.xml" Id="Rb4d573af54754cb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03277331f464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59BDB-66D2-4F75-80C1-F93D990C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81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82BB8-1773-4668-9658-A7351C04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rPr>
              <a:t>DEALEROS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5FC4C-213F-4383-81EA-2F7E8294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One workspace for your dealership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1C201-4A1C-4319-B070-5F082BCC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DCEB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DCEBFA"/>
                </a:solidFill>
                <a:latin typeface="Bitstream Charter"/>
                <a:ea typeface="Bitstream Charter"/>
                <a:cs typeface="Bitstream Charter"/>
              </a:rPr>
              <a:t>Inventory, customers, deals, documents and daily operations in one organized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DDA29-87DC-436D-A823-66574AC1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Client presentation  |  Indraam</a:t>
            </a:r>
          </a:p>
        </p:txBody>
      </p:sp>
    </p:spTree>
    <p:extLst>
      <p:ext uri="{BB962C8B-B14F-4D97-AF65-F5344CB8AC3E}">
        <p14:creationId xmlns:p14="http://schemas.microsoft.com/office/powerpoint/2010/main" val="19054731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C0218-7173-4443-BC89-FACD2B3C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473E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1473E6"/>
                </a:solidFill>
                <a:latin typeface="Bitstream Charter"/>
                <a:ea typeface="Bitstream Charter"/>
                <a:cs typeface="Bitstream Charter"/>
              </a:rPr>
              <a:t>DEALEROS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2920B-1356-48AB-8A61-678CC4C5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The daily dealership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F93CF-6B52-4C02-9FEA-DF71C8C8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5C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80ECC-3D47-43C6-BC2A-53BF2213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r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indraam.com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02535-F8C6-461A-90DF-3485B250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4F438-0090-4F4A-A9D2-6DCD86DF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Information sits in different places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4C850-06DD-4C44-84B4-C6684B89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050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Vehicle details, customer records and documents become difficult to track.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E823E-517C-426C-BA32-65CBF2DA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5C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DB154-2E78-4675-852B-252D894D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Teams repeat the same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CB414-4079-4C7D-AF2A-F29375EA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527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Staff retype information across forms, spreadsheets and separate tools.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78C44-F6C8-4149-914E-8E8DBC0A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2B874-F8BF-4019-8355-64CF3AFF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Owners lack a clear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8E130-18B6-4704-80D9-9B3B081F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005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Important tasks and records depend on individual employees instead of one process.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B7B6F-AE76-47CD-AB93-D9C15824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DealerOS gives the dealership one operating workflow.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1E54D-CFC4-42CB-8CF8-A391AC27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40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43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The system keeps related records together and makes daily work easier to review.</a:t>
            </a:r>
          </a:p>
        </p:txBody>
      </p:sp>
    </p:spTree>
    <p:extLst>
      <p:ext uri="{BB962C8B-B14F-4D97-AF65-F5344CB8AC3E}">
        <p14:creationId xmlns:p14="http://schemas.microsoft.com/office/powerpoint/2010/main" val="13447025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A59399-69D8-4A19-BBE3-9E12AF48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473E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1473E6"/>
                </a:solidFill>
                <a:latin typeface="Bitstream Charter"/>
                <a:ea typeface="Bitstream Charter"/>
                <a:cs typeface="Bitstream Charter"/>
              </a:rPr>
              <a:t>DEALEROS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D142D-5821-4A57-B721-C5378AB8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What DealerOS brings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30578-3CC1-4F1C-919F-D5724573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5C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72872-0C49-4D3E-B4F7-2CF4AA1F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r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indraam.com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F208C-4429-463D-81F7-5D55A77F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1C725-BE01-433B-9395-CC7603F3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954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Vehicles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B040E-ED85-4B6E-8CAE-A19646E3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954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Store inventory records and supporting documents.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90A1E-CFA2-4265-BED3-E8328B88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D3CAC-7D5B-4C96-AD21-4226B0F0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A9A0C-D2BD-490E-9C7A-566E82AC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336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Customers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BB6ED-6C48-4AFB-86C6-12184426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336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Keep customer details connected to dealership activity.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8D3D3-5884-4865-952D-5413B255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E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414F8-473E-4277-9776-BC841BC5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857D2-48B2-46ED-88B5-83A3F427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71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Deals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23A0A9-30FB-4826-A5FD-5A4CC28D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718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Follow the sales process with consistent records.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E7B1B-7286-4091-ACBF-669387CC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E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63138-A166-4830-AB03-1D1521C2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6765B-EF6E-4BE9-ACD8-885E5CBB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10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Documents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D0A743-40B4-40A9-87EB-F53B3208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100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Generate, upload and export required files.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921601-AEB0-45D8-BC23-BD56DD59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339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E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4108F9-F4BD-485A-B6C0-25C9AADB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BF9C79-CAF7-4E10-BCCB-77222E93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Reporting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64B64C-54AD-454D-892F-7323ACEA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Review activity from one dashboard.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D6FF4F-79F0-40D3-8929-C887BF9E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E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8958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524093-E026-45AB-89B4-BAF5C49F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473E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1473E6"/>
                </a:solidFill>
                <a:latin typeface="Bitstream Charter"/>
                <a:ea typeface="Bitstream Charter"/>
                <a:cs typeface="Bitstream Charter"/>
              </a:rPr>
              <a:t>DEALEROS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B35BE-F04B-45B5-8C5D-A1583D55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A simpler vehicle and document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2069D-35EE-4C84-BF2A-86C5A95E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5C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D937A-9724-4E67-B799-CB463F3A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r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indraam.com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A9955-2D9C-4BDC-8FBA-C77D656E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EE995-90AB-4A7F-BD9A-EC1FB78F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C7E08-4F91-415B-9A18-A8B11E39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Add or import the vehicle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8E72B-8309-437C-B8BA-139F16EF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955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BA532-09A7-42F8-A5C4-130F5D03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002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E27A3-74CD-43D7-B9EA-662B6C29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00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15A24-FE8C-4AE4-ACBE-E08C3B44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241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Capture the required information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2CB53-C037-4670-AA49-F2EAF473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955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D89A1-5119-4482-9E29-D582BC71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002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E6573-188F-4150-B07D-EB776C88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00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17359-777A-457C-A044-93B8A8D7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241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Attach customer and deal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6E80A-1F02-4900-A141-B2911203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0955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1A013F-4058-4D9C-B556-1D149A3D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0002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5E27F5-35CD-4B27-9CDA-21DE6276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000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4A31D-5372-4675-AFD9-EDE5F6A5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241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Generate or export documents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E015BF-80B2-4051-B5C0-570EE9CE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9334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D8CEBB-CF91-4130-AF66-10AD2023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148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473E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1473E6"/>
                </a:solidFill>
                <a:latin typeface="Bitstream Charter"/>
                <a:ea typeface="Bitstream Charter"/>
                <a:cs typeface="Bitstream Charter"/>
              </a:rPr>
              <a:t>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6C1712-C9EB-41C8-B282-B7D91013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The team follows one repeatable process, and the owner can review the record without searching through separate files.</a:t>
            </a:r>
          </a:p>
        </p:txBody>
      </p:sp>
    </p:spTree>
    <p:extLst>
      <p:ext uri="{BB962C8B-B14F-4D97-AF65-F5344CB8AC3E}">
        <p14:creationId xmlns:p14="http://schemas.microsoft.com/office/powerpoint/2010/main" val="7180375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4649F7-F9A8-4BBB-81DF-2F98EB7D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473E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1473E6"/>
                </a:solidFill>
                <a:latin typeface="Bitstream Charter"/>
                <a:ea typeface="Bitstream Charter"/>
                <a:cs typeface="Bitstream Charter"/>
              </a:rPr>
              <a:t>DEALEROS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B2535-652F-4F6D-81D7-7F91691E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What changes for the dealership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0F8E7-7355-4E74-9C60-31AFB31B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5C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71180-A838-4FA2-A69D-AC21A4FF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r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indraam.com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44B3A-3EC4-4324-B954-487D45D6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9F7F9-4E0C-4370-915C-1BF0C260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859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Less duplicate entry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DECB1-7A6F-44BB-A64C-BFDD07C7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859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Connected records reduce repeated typing.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1E0C2-99BB-4CB1-BC7C-F7C4EF48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5C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675E2-8C75-40C4-A292-E87ADADA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669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Faster document handling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D24C2-611B-4A3E-8F14-A7BB5BED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6697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673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OCR-assisted entry and reusable forms support repetitive 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0FF20-F8D1-419E-AD10-3052BC55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AEC95-3042-4368-BA53-E348A063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480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Clearer accountability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B61A6-3B87-47FA-918E-81593E07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480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Roles and permissions show who can access each area.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5EB34-2759-48BE-8085-2EDF01AE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5C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C56A9-28FB-4D79-8EF0-47330445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290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Better owner visibility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9DF39-C397-4D53-8D88-815FDB2F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2907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Dashboards and reports make activity easier to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92992-ACA4-4561-A217-9FC4ACD8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86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74C05D-D8CA-4EFB-9620-94B17B11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101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Room to grow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1C8E89-568C-408B-8BED-1347FB0E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0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Inventory-based plans expand with the dealership.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147685-CECA-4556-AE11-644DB542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721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473E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1473E6"/>
                </a:solidFill>
                <a:latin typeface="Bitstream Charter"/>
                <a:ea typeface="Bitstream Charter"/>
                <a:cs typeface="Bitstream Charter"/>
              </a:rPr>
              <a:t>We confirm measurable savings during the pilot and onboarding period.</a:t>
            </a:r>
          </a:p>
        </p:txBody>
      </p:sp>
    </p:spTree>
    <p:extLst>
      <p:ext uri="{BB962C8B-B14F-4D97-AF65-F5344CB8AC3E}">
        <p14:creationId xmlns:p14="http://schemas.microsoft.com/office/powerpoint/2010/main" val="19907905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083C5-AA8A-4966-946C-BE79DFE5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473E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1473E6"/>
                </a:solidFill>
                <a:latin typeface="Bitstream Charter"/>
                <a:ea typeface="Bitstream Charter"/>
                <a:cs typeface="Bitstream Charter"/>
              </a:rPr>
              <a:t>DEALEROS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5F3CF-B805-43D1-B00F-21158E2F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Plans based on active inventory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2FFBA-AF18-406F-B913-3BAF3575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5C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0A921-F3D4-4AF1-BB0C-AAC1A3B9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r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indraam.com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781300"/>
                <a:gridCol w="2781300"/>
                <a:gridCol w="2781300"/>
              </a:tblGrid>
              <a:tr h="51707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B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STARTER</a:t>
                      </a:r>
                    </a:p>
                  </a:txBody>
                  <a:tcPr marL="91440" marR="91440" marT="45720" marB="45720" anchor="ctr">
                    <a:solidFill>
                      <a:srgbClr val="0B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GROWTH</a:t>
                      </a:r>
                    </a:p>
                  </a:txBody>
                  <a:tcPr marL="91440" marR="91440" marT="45720" marB="45720" anchor="ctr">
                    <a:solidFill>
                      <a:srgbClr val="1473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SCALE</a:t>
                      </a:r>
                    </a:p>
                  </a:txBody>
                  <a:tcPr marL="91440" marR="91440" marT="45720" marB="45720" anchor="ctr">
                    <a:solidFill>
                      <a:srgbClr val="0B2340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2340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Active vehicles</a:t>
                      </a:r>
                    </a:p>
                  </a:txBody>
                  <a:tcPr marL="114300" marR="114300" marT="76200" marB="76200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0–20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21–50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51+</a:t>
                      </a:r>
                    </a:p>
                  </a:txBody>
                  <a:tcPr marL="114300" marR="114300" marT="76200" marB="76200" anchor="ctr"/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2340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Monthly price</a:t>
                      </a:r>
                    </a:p>
                  </a:txBody>
                  <a:tcPr marL="114300" marR="114300" marT="76200" marB="76200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$149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$249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From $399</a:t>
                      </a:r>
                    </a:p>
                  </a:txBody>
                  <a:tcPr marL="114300" marR="114300" marT="76200" marB="76200" anchor="ctr"/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2340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Included users</a:t>
                      </a:r>
                    </a:p>
                  </a:txBody>
                  <a:tcPr marL="114300" marR="114300" marT="76200" marB="76200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15</a:t>
                      </a:r>
                    </a:p>
                  </a:txBody>
                  <a:tcPr marL="114300" marR="114300" marT="76200" marB="76200" anchor="ctr"/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2340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Locations</a:t>
                      </a:r>
                    </a:p>
                  </a:txBody>
                  <a:tcPr marL="114300" marR="114300" marT="76200" marB="76200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</a:t>
                      </a:r>
                    </a:p>
                  </a:txBody>
                  <a:tcPr marL="114300" marR="114300" marT="76200" marB="76200" anchor="ctr"/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2340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Onboarding</a:t>
                      </a:r>
                    </a:p>
                  </a:txBody>
                  <a:tcPr marL="114300" marR="114300" marT="76200" marB="76200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$499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$799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From $1,299</a:t>
                      </a:r>
                    </a:p>
                  </a:txBody>
                  <a:tcPr marL="114300" marR="114300" marT="76200" marB="76200" anchor="ctr"/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2340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Best fit</a:t>
                      </a:r>
                    </a:p>
                  </a:txBody>
                  <a:tcPr marL="114300" marR="114300" marT="76200" marB="76200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Small independent dealer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Growing dealership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High-volume operation</a:t>
                      </a:r>
                    </a:p>
                  </a:txBody>
                  <a:tcPr marL="114300" marR="114300" marT="76200" marB="76200" anchor="ctr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1353A-DA15-4F13-B10B-800A50C9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977"/>
          </a:bodyPr>
          <a:lstStyle xmlns:a="http://schemas.openxmlformats.org/drawingml/2006/main"/>
          <a:p xmlns:a="http://schemas.openxmlformats.org/drawingml/2006/main">
            <a:pPr algn="ctr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Annual prepayment receives a 15% discount. Third-party services and custom development are quoted separately.</a:t>
            </a:r>
          </a:p>
        </p:txBody>
      </p:sp>
    </p:spTree>
    <p:extLst>
      <p:ext uri="{BB962C8B-B14F-4D97-AF65-F5344CB8AC3E}">
        <p14:creationId xmlns:p14="http://schemas.microsoft.com/office/powerpoint/2010/main" val="963077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94BF18-212C-4A75-8EF1-E9F4F3C8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473E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1473E6"/>
                </a:solidFill>
                <a:latin typeface="Bitstream Charter"/>
                <a:ea typeface="Bitstream Charter"/>
                <a:cs typeface="Bitstream Charter"/>
              </a:rPr>
              <a:t>DEALEROS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38534-18ED-45B3-8554-742F4DD6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Implementation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61654-A4B3-40CC-B126-7D00CC73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5C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75461-9661-4704-A781-CA72EEE0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r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indraam.com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22236-4BD1-4A01-A67C-4BAA8BA9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28555-5274-4652-95CE-CB2CF78B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Discovery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EA7B1-0001-44A3-9AE9-EF341536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57475"/>
            <a:ext cx="195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Confirm workflows, users and data sources.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21DE9-5CF6-4BE6-809F-822697A4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905000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E4154-7895-437B-AEF2-9B0D65B8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7621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14BB4-4C24-45F9-B032-8E613221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717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Configuration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B780C-53ED-408B-9C87-794040EE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57475"/>
            <a:ext cx="195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Set up roles, fields, forms and plan limits.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C0EFE-2ED3-4016-8B71-50AA7CF6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05000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E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F086A-4CAB-49B9-9ECA-BE1E9E91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621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A81C8-18CD-452C-8B0B-595A9D85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717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Migration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F0A97-9A86-4B47-B787-83ABE101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57475"/>
            <a:ext cx="195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153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Import approved records and reconcile the results.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18B033-C5E4-42BD-9749-C8A93B5C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05000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E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088125-B044-43EF-8EEA-BC835177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621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718C78-8E43-40D3-8233-6B7BC842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717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Training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F7CF2-B9AB-4299-B93C-DB992889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57475"/>
            <a:ext cx="195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85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Train the dealership team with real workflows.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68F471-8819-4260-AA6E-D1BBA323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E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DFC817-FC79-417A-8884-3EDAE1B4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621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19064A-7DDB-4448-BB0F-99BBFB5F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717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0B2340"/>
                </a:solidFill>
                <a:latin typeface="Bitstream Charter"/>
                <a:ea typeface="Bitstream Charter"/>
                <a:cs typeface="Bitstream Charter"/>
              </a:rPr>
              <a:t>Go-live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C3855B-5A8D-4A1C-8115-E1A602AF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57475"/>
            <a:ext cx="195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5C7184"/>
                </a:solidFill>
                <a:latin typeface="Bitstream Charter"/>
                <a:ea typeface="Bitstream Charter"/>
                <a:cs typeface="Bitstream Charter"/>
              </a:rPr>
              <a:t>Launch and review adoption after 30 days.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647C37-92D9-4B2B-A805-769BD8C3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34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894E16-A04F-4030-A8F3-BA961A95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95825"/>
            <a:ext cx="252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rPr>
              <a:t>Standard setup target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147665-212C-4819-804F-A9EB10BB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386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498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Up to 14 business days after the dealership supplies clean data and required decisions.</a:t>
            </a:r>
          </a:p>
        </p:txBody>
      </p:sp>
    </p:spTree>
    <p:extLst>
      <p:ext uri="{BB962C8B-B14F-4D97-AF65-F5344CB8AC3E}">
        <p14:creationId xmlns:p14="http://schemas.microsoft.com/office/powerpoint/2010/main" val="7668691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23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0207B-79AA-4B80-8674-BB2CD702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rPr>
              <a:t>DEALEROS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58A96-777C-4A2B-AA5E-BAC691EC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See your dealership workflow inside DealerOS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34522-9645-4CD1-97F3-4B0AD6A3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695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DCEB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DCEBFA"/>
                </a:solidFill>
                <a:latin typeface="Bitstream Charter"/>
                <a:ea typeface="Bitstream Charter"/>
                <a:cs typeface="Bitstream Charter"/>
              </a:rPr>
              <a:t>A focused demo uses your inventory size, team structure and current document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6FA25-D26B-4FE1-A9BC-55212BE5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8C77A-9873-41B5-96A5-11FF9787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767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Book a 20-minute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DFB3F-B470-4D4F-B566-5D46514B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1">
                <a:solidFill>
                  <a:srgbClr val="2EC5CE"/>
                </a:solidFill>
                <a:latin typeface="Bitstream Charter"/>
                <a:ea typeface="Bitstream Charter"/>
                <a:cs typeface="Bitstream Charter"/>
              </a:rPr>
              <a:t>dealeros.indraam.com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6D01F-EDB6-4A15-8F6C-2CAFC0D3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Indraam  |  Technology for dealership operations</a:t>
            </a:r>
          </a:p>
        </p:txBody>
      </p:sp>
    </p:spTree>
    <p:extLst>
      <p:ext uri="{BB962C8B-B14F-4D97-AF65-F5344CB8AC3E}">
        <p14:creationId xmlns:p14="http://schemas.microsoft.com/office/powerpoint/2010/main" val="5814490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2026-09-11T22:23:56.4040000Z</dcterms:created>
  <dcterms:modified xsi:type="dcterms:W3CDTF">2026-09-11T22:23:56.4040000Z</dcterms:modified>
</coreProperties>
</file>